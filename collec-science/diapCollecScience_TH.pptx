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699F-EE81-4EC2-95E8-3737576E7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46B0F-AF20-40CB-8159-5B8B69EA6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E5BEF-5034-437E-87DD-9ECC54AD3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435C8-C6E4-4BAB-952B-DF3766913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0B819-25B6-410C-9B2C-746CA87A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204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04808-4392-452C-BCC2-0ED76013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BF0E-1BE1-4C61-9DEF-89E1DCA14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694C0-9546-4784-81EC-0D29514C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6B6ED-7A73-4C49-80A2-6816C4E66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6802E-22C0-4C53-A9C9-B5EC03A8B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68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962D-23E3-47CD-9658-73013B81A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9506B-13C4-4868-95D8-013EE830C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2F14D-3C20-4638-AF6A-11CB792C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9056-2BEC-4737-9798-A68CC02AD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6DAA-F9D8-43AD-9CF1-F9A7BA1C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0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DD44-F670-45E0-AED5-B80498E6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596A3-DE41-4557-9C3D-356DFDF5E4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67561-052C-427B-9F1D-AB16C5268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2F838-5D19-4298-AF69-48562E53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0BF59-5B14-4B94-BF4D-5EDB5037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2AB83-895E-4255-B28E-CBF13162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876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AEE0-F76A-4B97-867F-65961E61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5B5AB-7EFB-4A18-8A90-F2E65274F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816D0-A2A5-4B4B-AC2B-EDE29DADE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F4C07-E646-4247-A427-D7DE6E42A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048B6F-D4AF-469A-A891-8C7D6F9D1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356F8-2006-42AF-9404-E0D5EA4E5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2C6228-1404-415F-9AEC-28A6C1250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CA9ECA-65BD-4D34-9BD6-1F658EF4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85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86397-0F4B-4C51-B129-F1ECB98F4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A181C-E79F-4404-B890-860ED4295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B38B5-9542-45A0-8D20-E8DC570F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65DD4-3D47-4450-867E-AE8429A7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36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2FE019-8FB2-4A46-A4B5-1220B0FEC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7F7916-7535-4229-BD98-45BA558F8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353C5-17BB-449E-B9A1-14CC66CD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358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78E9-A0BB-4F42-AFE8-1A7FB6CDA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84783-2F49-47EE-A531-6AF591288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8C62A-DF66-4FFD-83A7-4C2B458F2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398C2-52FF-4F79-A8B3-33F3F7AF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9A8E5-F4C4-44D1-A1BB-1A750F82A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464DB-B824-45E8-84F8-37AD2A3DA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0990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6B37-9894-4E01-BD2B-AC2A617F2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E53041-FD03-4A76-B24B-BD2791BB1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A14CE-6B30-4F6F-9940-D251218F6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738AC-FB13-4E08-91B4-7BA2C8C9F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33FFD-4EED-4297-9E95-ECF89CF84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AD001-2CB4-4B04-9A80-4CB4D71ED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470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B629B-3CCC-4E89-83DC-6D2A642D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B253D-BEB5-4630-A45C-470D440D7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A8F01-E5BC-44E1-BE06-FE0CF732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F9602-91C6-4032-ACEC-350E93B1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98AA7-A93F-48AC-ABCC-199BD842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8469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FA8F0C-C9D3-4A6B-B13C-043026F8F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1470C-5EF3-4CC3-9819-6CDB6AC52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3DF22-A776-47EC-B7E9-0E299F3A8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D27A0-2A54-4CEE-95E6-A0BC736B3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09AEB-38B2-4BE2-A186-534AB96C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5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9B07D-034D-410C-BB53-79F2E71B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1DED7-5E93-4DE5-82E3-9E232017A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5E3B4-DF96-4CF5-9E3C-D86A66D4A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77ADB-C4C9-4162-B1C9-38BA9B26AA15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8E67E-E1AD-4937-9407-B20772CFD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875E0-6D41-4D1A-AF55-56A77C6CF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770ED-ED3D-4C79-A397-BC83939575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022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442395-C53A-4F27-A003-0FEC8D97C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29" y="265086"/>
            <a:ext cx="3442284" cy="1329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024F7A-0D94-4903-8846-AB932379578B}"/>
              </a:ext>
            </a:extLst>
          </p:cNvPr>
          <p:cNvSpPr txBox="1"/>
          <p:nvPr/>
        </p:nvSpPr>
        <p:spPr>
          <a:xfrm>
            <a:off x="485776" y="1594724"/>
            <a:ext cx="112109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Système de gestion des collections de suivi des échantillons </a:t>
            </a:r>
            <a:r>
              <a:rPr lang="fr-FR" sz="2400" dirty="0"/>
              <a:t>collectés dans le cadre d’expérimentations scientifiques. Permet de savoir: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où sont stockés les </a:t>
            </a:r>
            <a:r>
              <a:rPr lang="fr-FR" sz="2400" b="1" dirty="0"/>
              <a:t>échantillons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quelles sont les personnes qui les ont utilisés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ce qu’ils sont devenus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d’enregistrer les mouvements d’entrée/sortie de tous types d’objets en scannant les imprimés sur les étiquettes, y compris en travaillant dans un local sans wifi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6A541-D9E8-4CBE-9CE0-047065AA3F36}"/>
              </a:ext>
            </a:extLst>
          </p:cNvPr>
          <p:cNvSpPr txBox="1"/>
          <p:nvPr/>
        </p:nvSpPr>
        <p:spPr>
          <a:xfrm>
            <a:off x="485776" y="4626343"/>
            <a:ext cx="11058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u="sng" dirty="0"/>
              <a:t>Technologies</a:t>
            </a:r>
            <a:r>
              <a:rPr lang="fr-FR" sz="2000" dirty="0"/>
              <a:t>: logiciel libre, identifiants uniques et </a:t>
            </a:r>
            <a:r>
              <a:rPr lang="fr-FR" sz="2000" dirty="0" err="1"/>
              <a:t>QRCODEs</a:t>
            </a:r>
            <a:r>
              <a:rPr lang="fr-FR" sz="2000" dirty="0"/>
              <a:t>, serveur mail, etc. Développé et maintenu par l’INRAE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70138-18D7-4CDE-B9AD-F791965EA252}"/>
              </a:ext>
            </a:extLst>
          </p:cNvPr>
          <p:cNvSpPr txBox="1"/>
          <p:nvPr/>
        </p:nvSpPr>
        <p:spPr>
          <a:xfrm>
            <a:off x="485776" y="5688193"/>
            <a:ext cx="112109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u="sng" dirty="0"/>
              <a:t>Utilisé par (entre autres)</a:t>
            </a:r>
            <a:r>
              <a:rPr lang="fr-FR" sz="2000" dirty="0"/>
              <a:t>: l’ANR </a:t>
            </a:r>
            <a:r>
              <a:rPr lang="fr-FR" sz="2000" dirty="0" err="1"/>
              <a:t>Color</a:t>
            </a:r>
            <a:r>
              <a:rPr lang="fr-FR" sz="2000" dirty="0"/>
              <a:t>-Sources (MNHN) avec qui on partage des problématiques similaires (chimie inorganique, pigments/échantillons non périssables)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7ADEA03A-02C3-42EE-ABFC-18388EF5F37C}"/>
              </a:ext>
            </a:extLst>
          </p:cNvPr>
          <p:cNvSpPr/>
          <p:nvPr/>
        </p:nvSpPr>
        <p:spPr>
          <a:xfrm>
            <a:off x="8658225" y="178911"/>
            <a:ext cx="3352800" cy="830739"/>
          </a:xfrm>
          <a:prstGeom prst="wedgeEllipseCallout">
            <a:avLst>
              <a:gd name="adj1" fmla="val -46401"/>
              <a:gd name="adj2" fmla="val 59599"/>
            </a:avLst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Comic Sans MS" panose="030F0702030302020204" pitchFamily="66" charset="0"/>
              </a:rPr>
              <a:t>A installer au LAPA ?</a:t>
            </a:r>
          </a:p>
        </p:txBody>
      </p:sp>
    </p:spTree>
    <p:extLst>
      <p:ext uri="{BB962C8B-B14F-4D97-AF65-F5344CB8AC3E}">
        <p14:creationId xmlns:p14="http://schemas.microsoft.com/office/powerpoint/2010/main" val="1341711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Comic Sans MS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HUET Thomas</dc:creator>
  <cp:lastModifiedBy>HUET Thomas</cp:lastModifiedBy>
  <cp:revision>2</cp:revision>
  <dcterms:created xsi:type="dcterms:W3CDTF">2026-03-05T16:41:19Z</dcterms:created>
  <dcterms:modified xsi:type="dcterms:W3CDTF">2026-03-05T16:55:17Z</dcterms:modified>
</cp:coreProperties>
</file>